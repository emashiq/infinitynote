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heme/theme1.xml" ContentType="application/vnd.openxmlformats-officedocument.theme+xml"/>
  <Override PartName="/ppt/theme/theme2.xml" ContentType="application/vnd.openxmlformats-officedocument.theme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layout/>
      <c:barChart>
        <c:barDir val="col"/>
        <c:grouping val="clustered"/>
        <c:ser>
          <c:idx val="0"/>
          <c:order val="0"/>
          <c:cat>
            <c:strLit>
              <c:ptCount val="2"/>
              <c:pt idx="0">
                <c:v>North</c:v>
              </c:pt>
              <c:pt idx="1">
                <c:v>South</c:v>
              </c:pt>
            </c:strLit>
          </c:cat>
          <c:val>
            <c:numLit>
              <c:ptCount val="2"/>
              <c:pt idx="0">
                <c:v>4</c:v>
              </c:pt>
              <c:pt idx="1">
                <c:v>7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</c:chart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dImg 2"/>
          <p:cNvSpPr>
            <a:spLocks noGrp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body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 team first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dImg 2"/>
          <p:cNvSpPr>
            <a:spLocks noGrp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body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Mention the timeline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/>
        </p:txBody>
      </p:sp>
      <p:sp>
        <p:nvSpPr>
          <p:cNvPr id="3" name="body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351338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ic="http://schemas.openxmlformats.org/drawingml/2006/pictur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Quarterly review</a:t>
            </a:r>
          </a:p>
        </p:txBody>
      </p:sp>
      <p:sp>
        <p:nvSpPr>
          <p:cNvPr id="3" name="body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Revenue grew </a:t>
            </a:r>
            <a:r>
              <a:rPr lang="en-US" b="1"/>
              <a:t>strongly</a:t>
            </a:r>
            <a:r>
              <a:rPr lang="en-US"/>
              <a:t> this quarter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ic="http://schemas.openxmlformats.org/drawingml/2006/pictur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z="2800"/>
              <a:t>Agenda overview</a:t>
            </a:r>
          </a:p>
        </p:txBody>
      </p:sp>
      <p:graphicFrame>
        <p:nvGraphicFramePr>
          <p:cNvPr id="5" name="Chart 5"/>
          <p:cNvGraphicFramePr/>
          <p:nvPr/>
        </p:nvGraphicFramePr>
        <p:xfrm>
          <a:off x="838200" y="3500000"/>
          <a:ext cx="4572000" cy="228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ic="http://schemas.openxmlformats.org/drawingml/2006/pictur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z="2800"/>
              <a:t>Closing words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1F4E79"/>
      </a:dk1>
      <a:lt1>
        <a:srgbClr val="FFFFFF"/>
      </a:lt1>
      <a:dk2>
        <a:srgbClr val="1F4E79"/>
      </a:dk2>
      <a:lt2>
        <a:srgbClr val="FFFFFF"/>
      </a:lt2>
      <a:accent1>
        <a:srgbClr val="1F4E79"/>
      </a:accent1>
      <a:accent2>
        <a:srgbClr val="FFFFFF"/>
      </a:accent2>
      <a:accent3>
        <a:srgbClr val="1F4E79"/>
      </a:accent3>
      <a:accent4>
        <a:srgbClr val="FFFFFF"/>
      </a:accent4>
      <a:accent5>
        <a:srgbClr val="1F4E79"/>
      </a:accent5>
      <a:accent6>
        <a:srgbClr val="FFFFFF"/>
      </a:accent6>
      <a:hlink>
        <a:srgbClr val="1F4E79"/>
      </a:hlink>
      <a:folHlink>
        <a:srgbClr val="FFFFFF"/>
      </a:folHlink>
    </a:clrScheme>
    <a:fontScheme name="Fixtur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Fixture">
  <a:themeElements>
    <a:clrScheme name="Fixture">
      <a:dk1>
        <a:srgbClr val="1F4E79"/>
      </a:dk1>
      <a:lt1>
        <a:srgbClr val="FFFFFF"/>
      </a:lt1>
      <a:dk2>
        <a:srgbClr val="1F4E79"/>
      </a:dk2>
      <a:lt2>
        <a:srgbClr val="FFFFFF"/>
      </a:lt2>
      <a:accent1>
        <a:srgbClr val="1F4E79"/>
      </a:accent1>
      <a:accent2>
        <a:srgbClr val="FFFFFF"/>
      </a:accent2>
      <a:accent3>
        <a:srgbClr val="1F4E79"/>
      </a:accent3>
      <a:accent4>
        <a:srgbClr val="FFFFFF"/>
      </a:accent4>
      <a:accent5>
        <a:srgbClr val="1F4E79"/>
      </a:accent5>
      <a:accent6>
        <a:srgbClr val="FFFFFF"/>
      </a:accent6>
      <a:hlink>
        <a:srgbClr val="1F4E79"/>
      </a:hlink>
      <a:folHlink>
        <a:srgbClr val="FFFFFF"/>
      </a:folHlink>
    </a:clrScheme>
    <a:fontScheme name="Fixtur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Infinity Notes fixtures</Application>
  <Slides>3</Slides>
</Properties>
</file>